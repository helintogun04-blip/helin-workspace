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56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11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400" y="10013188"/>
            <a:ext cx="6747256" cy="5715"/>
          </a:xfrm>
          <a:prstGeom prst="rect">
            <a:avLst/>
          </a:prstGeom>
          <a:solidFill>
            <a:srgbClr val="ADB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0160825"/>
            <a:ext cx="683615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50">
                <a:solidFill>
                  <a:srgbClr val="ADB29F"/>
                </a:solidFill>
                <a:latin typeface="DejaVu Sans"/>
              </a:defRPr>
            </a:pPr>
            <a:r>
              <a:t>SAMPLE PROJECT / FICTIONAL 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0332593"/>
            <a:ext cx="683615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00">
                <a:solidFill>
                  <a:srgbClr val="ADB29F"/>
                </a:solidFill>
                <a:latin typeface="DejaVu Sans"/>
              </a:defRPr>
            </a:pPr>
            <a:r>
              <a:t>AI-generated image; AI-assisted copy and layout. Creative direction: Helin.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0456" y="10164318"/>
            <a:ext cx="2921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5CE7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-16637"/>
            <a:ext cx="6848856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8400">
                <a:solidFill>
                  <a:srgbClr val="E5CE77"/>
                </a:solidFill>
                <a:latin typeface="DejaVu Serif"/>
              </a:defRPr>
            </a:pPr>
            <a:r>
              <a:t>OFF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1352422"/>
            <a:ext cx="683615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THE PARK EDIT / CONCEPT ISSUE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1669288"/>
            <a:ext cx="6747256" cy="5715"/>
          </a:xfrm>
          <a:prstGeom prst="rect">
            <a:avLst/>
          </a:prstGeom>
          <a:solidFill>
            <a:srgbClr val="ADB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400" y="1675002"/>
            <a:ext cx="6747256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4000">
                <a:solidFill>
                  <a:srgbClr val="E5CE77"/>
                </a:solidFill>
                <a:latin typeface="DejaVu Serif"/>
              </a:defRPr>
            </a:pPr>
            <a:r>
              <a:t>The city can wait.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" y="2405253"/>
            <a:ext cx="6836156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ADB29F"/>
                </a:solidFill>
                <a:latin typeface="DejaVu Sans"/>
              </a:defRPr>
            </a:pPr>
            <a:r>
              <a:t>A coffee. A green chair. Nowhere to rush.</a:t>
            </a:r>
          </a:p>
        </p:txBody>
      </p:sp>
      <p:pic>
        <p:nvPicPr>
          <p:cNvPr id="12" name="Picture 11" descr="p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161751"/>
            <a:ext cx="3810000" cy="47608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83100" y="2978022"/>
            <a:ext cx="275945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AFTER THE LAST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3100" y="3252851"/>
            <a:ext cx="2667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The park is quieter now. The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100" y="3468751"/>
            <a:ext cx="2667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can wait, the to-do list can wait. A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100" y="3684651"/>
            <a:ext cx="2667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coffee, a cool evening and a moment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3100" y="3900551"/>
            <a:ext cx="2667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be here: that is enough for today.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3100" y="4437888"/>
            <a:ext cx="2667000" cy="5715"/>
          </a:xfrm>
          <a:prstGeom prst="rect">
            <a:avLst/>
          </a:prstGeom>
          <a:solidFill>
            <a:srgbClr val="ADB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3100" y="4705223"/>
            <a:ext cx="275945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TAKE THE SLOW 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3100" y="4980051"/>
            <a:ext cx="2667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Same city, different pace. A green chair,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3100" y="5195951"/>
            <a:ext cx="2667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a warm cup, the sound of water instead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3100" y="5411851"/>
            <a:ext cx="2667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of notifications. Not a plan, just a pause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3100" y="5627751"/>
            <a:ext cx="2667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and a little room between one thing 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3100" y="5843651"/>
            <a:ext cx="2667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the next.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400" y="8515858"/>
            <a:ext cx="6747256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2700">
                <a:solidFill>
                  <a:srgbClr val="E5CE77"/>
                </a:solidFill>
                <a:latin typeface="DejaVu Serif"/>
              </a:defRPr>
            </a:pPr>
            <a:r>
              <a:t>Not every minute needs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" y="8960358"/>
            <a:ext cx="6747256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2700">
                <a:solidFill>
                  <a:srgbClr val="E5CE77"/>
                </a:solidFill>
                <a:latin typeface="DejaVu Serif"/>
              </a:defRPr>
            </a:pPr>
            <a:r>
              <a:t>a destination.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11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400" y="10013188"/>
            <a:ext cx="6747256" cy="5715"/>
          </a:xfrm>
          <a:prstGeom prst="rect">
            <a:avLst/>
          </a:prstGeom>
          <a:solidFill>
            <a:srgbClr val="ADB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0160825"/>
            <a:ext cx="683615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50">
                <a:solidFill>
                  <a:srgbClr val="ADB29F"/>
                </a:solidFill>
                <a:latin typeface="DejaVu Sans"/>
              </a:defRPr>
            </a:pPr>
            <a:r>
              <a:t>SAMPLE PROJECT / FICTIONAL 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0332593"/>
            <a:ext cx="683615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00">
                <a:solidFill>
                  <a:srgbClr val="ADB29F"/>
                </a:solidFill>
                <a:latin typeface="DejaVu Sans"/>
              </a:defRPr>
            </a:pPr>
            <a:r>
              <a:t>AI-generated image; AI-assisted copy and layout. Creative direction: Helin.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0456" y="10164318"/>
            <a:ext cx="2921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5CE7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450087"/>
            <a:ext cx="6836156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E5CE77"/>
                </a:solidFill>
                <a:latin typeface="DejaVu Sans"/>
              </a:defRPr>
            </a:pPr>
            <a:r>
              <a:t>OFF HOURS / THE PARK 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9000" y="463422"/>
            <a:ext cx="254355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NOTES FROM THE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767587"/>
            <a:ext cx="6747256" cy="5715"/>
          </a:xfrm>
          <a:prstGeom prst="rect">
            <a:avLst/>
          </a:prstGeom>
          <a:solidFill>
            <a:srgbClr val="ADB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400" y="837437"/>
            <a:ext cx="6747256" cy="742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3900">
                <a:solidFill>
                  <a:srgbClr val="E5CE77"/>
                </a:solidFill>
                <a:latin typeface="DejaVu Serif"/>
              </a:defRPr>
            </a:pPr>
            <a:r>
              <a:t>Between one 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" y="1408937"/>
            <a:ext cx="6747256" cy="742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3900">
                <a:solidFill>
                  <a:srgbClr val="E5CE77"/>
                </a:solidFill>
                <a:latin typeface="DejaVu Serif"/>
              </a:defRPr>
            </a:pPr>
            <a:r>
              <a:t>and the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" y="2163953"/>
            <a:ext cx="6836156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ADB29F"/>
                </a:solidFill>
                <a:latin typeface="DejaVu Sans"/>
              </a:defRPr>
            </a:pPr>
            <a:r>
              <a:t>A short note on leaving a little space in the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" y="2685922"/>
            <a:ext cx="683615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01 / THE SLOWER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400" y="2963417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You do not need a free afternoon to take a 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400" y="3179317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route. Sometimes it is the street beside your usual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" y="3395217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one, the path along the water, or the seat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400" y="3611117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normally walk past.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400" y="4004817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Put the headphones away for a moment. Notice the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00" y="4220718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windows coming on, the last movement in the trees,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400" y="4436618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the city carrying on without needing anything 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400" y="4652518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400" y="5046218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There is no itinerary here. Walk until somewhere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400" y="5262118"/>
            <a:ext cx="33655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feels worth stopping. Then stop.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400" y="5847588"/>
            <a:ext cx="3365500" cy="5715"/>
          </a:xfrm>
          <a:prstGeom prst="rect">
            <a:avLst/>
          </a:prstGeom>
          <a:solidFill>
            <a:srgbClr val="ADB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400" y="6127623"/>
            <a:ext cx="683615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COFFEE,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" y="6325108"/>
            <a:ext cx="33655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700">
                <a:solidFill>
                  <a:srgbClr val="E9DDAC"/>
                </a:solidFill>
                <a:latin typeface="DejaVu Serif"/>
              </a:defRPr>
            </a:pPr>
            <a:r>
              <a:t>A warm cup. An open sky.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400" y="6629908"/>
            <a:ext cx="33655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700">
                <a:solidFill>
                  <a:srgbClr val="E9DDAC"/>
                </a:solidFill>
                <a:latin typeface="DejaVu Serif"/>
              </a:defRPr>
            </a:pPr>
            <a:r>
              <a:t>Nothing to finish for a minute.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100" y="2538603"/>
            <a:ext cx="3048000" cy="2946400"/>
          </a:xfrm>
          <a:prstGeom prst="rect">
            <a:avLst/>
          </a:prstGeom>
          <a:solidFill>
            <a:srgbClr val="1E2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05300" y="2774822"/>
            <a:ext cx="293725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THREE SMALL DETOURS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5300" y="3075813"/>
            <a:ext cx="26416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E5CE77"/>
                </a:solidFill>
                <a:latin typeface="DejaVu Serif"/>
              </a:defRPr>
            </a:pPr>
            <a:r>
              <a:t>01  Order it to stay.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5300" y="3408553"/>
            <a:ext cx="26416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DDAC"/>
                </a:solidFill>
                <a:latin typeface="DejaVu Serif"/>
              </a:defRPr>
            </a:pPr>
            <a:r>
              <a:t>Let the coffee be a moment, rather than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5300" y="3586353"/>
            <a:ext cx="26416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DDAC"/>
                </a:solidFill>
                <a:latin typeface="DejaVu Serif"/>
              </a:defRPr>
            </a:pPr>
            <a:r>
              <a:t>something carried to the next task.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5300" y="4015613"/>
            <a:ext cx="26416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E5CE77"/>
                </a:solidFill>
                <a:latin typeface="DejaVu Serif"/>
              </a:defRPr>
            </a:pPr>
            <a:r>
              <a:t>02  Take the empty seat.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5300" y="4348353"/>
            <a:ext cx="26416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DDAC"/>
                </a:solidFill>
                <a:latin typeface="DejaVu Serif"/>
              </a:defRPr>
            </a:pPr>
            <a:r>
              <a:t>No destination required. Just a different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5300" y="4526153"/>
            <a:ext cx="26416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DDAC"/>
                </a:solidFill>
                <a:latin typeface="DejaVu Serif"/>
              </a:defRPr>
            </a:pPr>
            <a:r>
              <a:t>of a familiar place.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5300" y="4866513"/>
            <a:ext cx="26416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400">
                <a:solidFill>
                  <a:srgbClr val="E5CE77"/>
                </a:solidFill>
                <a:latin typeface="DejaVu Serif"/>
              </a:defRPr>
            </a:pPr>
            <a:r>
              <a:t>03  Leave a page blank.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5300" y="5161788"/>
            <a:ext cx="26416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E9DDAC"/>
                </a:solidFill>
                <a:latin typeface="DejaVu Serif"/>
              </a:defRPr>
            </a:pPr>
            <a:r>
              <a:t>Not every page needs a list.</a:t>
            </a:r>
          </a:p>
        </p:txBody>
      </p:sp>
      <p:pic>
        <p:nvPicPr>
          <p:cNvPr id="38" name="Picture 37" descr="p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00" y="5815882"/>
            <a:ext cx="3048000" cy="38086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