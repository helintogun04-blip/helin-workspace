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60056" cy="1069200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56" cy="10692003"/>
          </a:xfrm>
          <a:prstGeom prst="rect">
            <a:avLst/>
          </a:prstGeom>
          <a:solidFill>
            <a:srgbClr val="11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400" y="10013188"/>
            <a:ext cx="6747256" cy="5715"/>
          </a:xfrm>
          <a:prstGeom prst="rect">
            <a:avLst/>
          </a:prstGeom>
          <a:solidFill>
            <a:srgbClr val="ADB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0160825"/>
            <a:ext cx="683615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50">
                <a:solidFill>
                  <a:srgbClr val="ADB29F"/>
                </a:solidFill>
                <a:latin typeface="DejaVu Sans"/>
              </a:defRPr>
            </a:pPr>
            <a:r>
              <a:t>SAMPLE PROJECT / FICTIONAL 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0332593"/>
            <a:ext cx="683615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00">
                <a:solidFill>
                  <a:srgbClr val="ADB29F"/>
                </a:solidFill>
                <a:latin typeface="DejaVu Sans"/>
              </a:defRPr>
            </a:pPr>
            <a:r>
              <a:t>AI-generated image; AI-assisted copy and layout. Creative direction: Helin.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0456" y="10164318"/>
            <a:ext cx="2921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5CE7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600" y="-16637"/>
            <a:ext cx="6848856" cy="160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8400">
                <a:solidFill>
                  <a:srgbClr val="E5CE77"/>
                </a:solidFill>
                <a:latin typeface="DejaVu Serif"/>
              </a:defRPr>
            </a:pPr>
            <a:r>
              <a:t>OFF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" y="1352422"/>
            <a:ext cx="683615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THE PARK EDIT  /  CONCEPT ISSUE 01</a:t>
            </a:r>
          </a:p>
        </p:txBody>
      </p:sp>
      <p:pic>
        <p:nvPicPr>
          <p:cNvPr id="9" name="Picture 8" descr="park.jpg"/>
          <p:cNvPicPr>
            <a:picLocks noChangeAspect="1"/>
          </p:cNvPicPr>
          <p:nvPr/>
        </p:nvPicPr>
        <p:blipFill>
          <a:blip r:embed="rId2"/>
          <a:srcRect t="22208" b="22208"/>
          <a:stretch>
            <a:fillRect/>
          </a:stretch>
        </p:blipFill>
        <p:spPr>
          <a:xfrm>
            <a:off x="406400" y="1687702"/>
            <a:ext cx="6747256" cy="4686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6400" y="6372098"/>
            <a:ext cx="6747256" cy="8191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4300">
                <a:solidFill>
                  <a:srgbClr val="E5CE77"/>
                </a:solidFill>
                <a:latin typeface="DejaVu Serif"/>
              </a:defRPr>
            </a:pPr>
            <a:r>
              <a:t>The city can wait.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400" y="7206487"/>
            <a:ext cx="6747256" cy="5715"/>
          </a:xfrm>
          <a:prstGeom prst="rect">
            <a:avLst/>
          </a:prstGeom>
          <a:solidFill>
            <a:srgbClr val="E5CE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400" y="7397623"/>
            <a:ext cx="683615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AFTER THE LAST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9700" y="7397623"/>
            <a:ext cx="329285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TAKE THE SLOW 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400" y="7647051"/>
            <a:ext cx="3048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The park is quieter now. The messages 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400" y="7862951"/>
            <a:ext cx="3048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wait, the to-do list can wait. A small coffee,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" y="8078851"/>
            <a:ext cx="3048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cool evening and a moment to be here: that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400" y="8294751"/>
            <a:ext cx="30480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enough for today.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9700" y="7647051"/>
            <a:ext cx="31877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Same city, different pace. A green chair, a warm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9700" y="7862951"/>
            <a:ext cx="31877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cup, the sound of water instead of notifications.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49700" y="8078851"/>
            <a:ext cx="31877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Not a plan, just a pause and a little room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9700" y="8294751"/>
            <a:ext cx="3187700" cy="21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20">
                <a:solidFill>
                  <a:srgbClr val="E9DDAC"/>
                </a:solidFill>
                <a:latin typeface="DejaVu Serif"/>
              </a:defRPr>
            </a:pPr>
            <a:r>
              <a:t>between one thing and the next.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400" y="9454388"/>
            <a:ext cx="6836156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ADB29F"/>
                </a:solidFill>
                <a:latin typeface="DejaVu Sans"/>
              </a:defRPr>
            </a:pPr>
            <a:r>
              <a:t>Inside: a slower route, a coffee note and three small detours.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56" cy="10692003"/>
          </a:xfrm>
          <a:prstGeom prst="rect">
            <a:avLst/>
          </a:prstGeom>
          <a:solidFill>
            <a:srgbClr val="1117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400" y="10013188"/>
            <a:ext cx="6747256" cy="5715"/>
          </a:xfrm>
          <a:prstGeom prst="rect">
            <a:avLst/>
          </a:prstGeom>
          <a:solidFill>
            <a:srgbClr val="ADB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400" y="10160825"/>
            <a:ext cx="6836156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50">
                <a:solidFill>
                  <a:srgbClr val="ADB29F"/>
                </a:solidFill>
                <a:latin typeface="DejaVu Sans"/>
              </a:defRPr>
            </a:pPr>
            <a:r>
              <a:t>SAMPLE PROJECT / FICTIONAL 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6400" y="10332593"/>
            <a:ext cx="6836156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600">
                <a:solidFill>
                  <a:srgbClr val="ADB29F"/>
                </a:solidFill>
                <a:latin typeface="DejaVu Sans"/>
              </a:defRPr>
            </a:pPr>
            <a:r>
              <a:t>AI-generated image; AI-assisted copy and layout. Creative direction: Helin.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50456" y="10164318"/>
            <a:ext cx="2921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5CE7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400" y="450087"/>
            <a:ext cx="6836156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900">
                <a:solidFill>
                  <a:srgbClr val="E5CE77"/>
                </a:solidFill>
                <a:latin typeface="DejaVu Sans"/>
              </a:defRPr>
            </a:pPr>
            <a:r>
              <a:t>OFF HOURS / THE PARK 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9000" y="463422"/>
            <a:ext cx="254355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NOTES FROM THE CITY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767587"/>
            <a:ext cx="6747256" cy="5715"/>
          </a:xfrm>
          <a:prstGeom prst="rect">
            <a:avLst/>
          </a:prstGeom>
          <a:solidFill>
            <a:srgbClr val="ADB2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400" y="837437"/>
            <a:ext cx="6747256" cy="742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3900">
                <a:solidFill>
                  <a:srgbClr val="E5CE77"/>
                </a:solidFill>
                <a:latin typeface="DejaVu Serif"/>
              </a:defRPr>
            </a:pPr>
            <a:r>
              <a:t>Between one 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" y="1408937"/>
            <a:ext cx="6747256" cy="7429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3900">
                <a:solidFill>
                  <a:srgbClr val="E5CE77"/>
                </a:solidFill>
                <a:latin typeface="DejaVu Serif"/>
              </a:defRPr>
            </a:pPr>
            <a:r>
              <a:t>and the next.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" y="2163953"/>
            <a:ext cx="6836156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ADB29F"/>
                </a:solidFill>
                <a:latin typeface="DejaVu Sans"/>
              </a:defRPr>
            </a:pPr>
            <a:r>
              <a:t>A short note on leaving a little space in the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" y="2673222"/>
            <a:ext cx="683615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01 / THE SLOWER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400" y="2899917"/>
            <a:ext cx="3136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You do not need a free afternoon to take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400" y="3103117"/>
            <a:ext cx="3136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different route. Sometimes it is the street beside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400" y="3306317"/>
            <a:ext cx="3136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your usual one, the path along the water, or the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400" y="3509517"/>
            <a:ext cx="3136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seat you normally walk past.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400" y="3814317"/>
            <a:ext cx="3136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Put the headphones away for a moment. Notice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400" y="4017517"/>
            <a:ext cx="3136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the windows coming on, the last movement 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400" y="4220718"/>
            <a:ext cx="3136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the trees, the city carrying on without needing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400" y="4423918"/>
            <a:ext cx="3136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anything from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400" y="4728718"/>
            <a:ext cx="3136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There is no itinerary here. Walk until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400" y="4931918"/>
            <a:ext cx="3136900" cy="2095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100">
                <a:solidFill>
                  <a:srgbClr val="E9DDAC"/>
                </a:solidFill>
                <a:latin typeface="DejaVu Serif"/>
              </a:defRPr>
            </a:pPr>
            <a:r>
              <a:t>somewhere feels worth stopping. Then stop.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98900" y="2576703"/>
            <a:ext cx="3251200" cy="2984500"/>
          </a:xfrm>
          <a:prstGeom prst="rect">
            <a:avLst/>
          </a:prstGeom>
          <a:solidFill>
            <a:srgbClr val="1E2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02100" y="2774822"/>
            <a:ext cx="3140455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THREE SMALL DETOURS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2100" y="3049778"/>
            <a:ext cx="314045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500">
                <a:solidFill>
                  <a:srgbClr val="E5CE77"/>
                </a:solidFill>
                <a:latin typeface="DejaVu Serif"/>
              </a:defRPr>
            </a:pPr>
            <a:r>
              <a:t>01  Order it to stay.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2100" y="3383153"/>
            <a:ext cx="28194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E9DDAC"/>
                </a:solidFill>
                <a:latin typeface="DejaVu Serif"/>
              </a:defRPr>
            </a:pPr>
            <a:r>
              <a:t>Let the coffee be a moment, rather than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02100" y="3560953"/>
            <a:ext cx="28194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E9DDAC"/>
                </a:solidFill>
                <a:latin typeface="DejaVu Serif"/>
              </a:defRPr>
            </a:pPr>
            <a:r>
              <a:t>something carried to the next task.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02100" y="3976878"/>
            <a:ext cx="314045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500">
                <a:solidFill>
                  <a:srgbClr val="E5CE77"/>
                </a:solidFill>
                <a:latin typeface="DejaVu Serif"/>
              </a:defRPr>
            </a:pPr>
            <a:r>
              <a:t>02  Take the empty seat.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02100" y="4310253"/>
            <a:ext cx="28194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E9DDAC"/>
                </a:solidFill>
                <a:latin typeface="DejaVu Serif"/>
              </a:defRPr>
            </a:pPr>
            <a:r>
              <a:t>No destination required. Just a different view of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02100" y="4488053"/>
            <a:ext cx="28194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E9DDAC"/>
                </a:solidFill>
                <a:latin typeface="DejaVu Serif"/>
              </a:defRPr>
            </a:pPr>
            <a:r>
              <a:t>a familiar place.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2100" y="4764278"/>
            <a:ext cx="3140455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500">
                <a:solidFill>
                  <a:srgbClr val="E5CE77"/>
                </a:solidFill>
                <a:latin typeface="DejaVu Serif"/>
              </a:defRPr>
            </a:pPr>
            <a:r>
              <a:t>03  Leave a page blank.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02100" y="5097653"/>
            <a:ext cx="2819400" cy="190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000">
                <a:solidFill>
                  <a:srgbClr val="E9DDAC"/>
                </a:solidFill>
                <a:latin typeface="DejaVu Serif"/>
              </a:defRPr>
            </a:pPr>
            <a:r>
              <a:t>A notebook does not always need a list.</a:t>
            </a:r>
          </a:p>
        </p:txBody>
      </p:sp>
      <p:pic>
        <p:nvPicPr>
          <p:cNvPr id="34" name="Picture 33" descr="park.jpg"/>
          <p:cNvPicPr>
            <a:picLocks noChangeAspect="1"/>
          </p:cNvPicPr>
          <p:nvPr/>
        </p:nvPicPr>
        <p:blipFill>
          <a:blip r:embed="rId2"/>
          <a:srcRect t="33430" b="33430"/>
          <a:stretch>
            <a:fillRect/>
          </a:stretch>
        </p:blipFill>
        <p:spPr>
          <a:xfrm>
            <a:off x="406400" y="5954903"/>
            <a:ext cx="6747256" cy="2794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06400" y="8997823"/>
            <a:ext cx="6836156" cy="152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800">
                <a:solidFill>
                  <a:srgbClr val="E5CE77"/>
                </a:solidFill>
                <a:latin typeface="DejaVu Sans"/>
              </a:defRPr>
            </a:pPr>
            <a:r>
              <a:t>COFFEE, OUTSIDE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400" y="9211183"/>
            <a:ext cx="674725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0" sz="1200">
                <a:solidFill>
                  <a:srgbClr val="E5CE77"/>
                </a:solidFill>
                <a:latin typeface="DejaVu Serif"/>
              </a:defRPr>
            </a:pPr>
            <a:r>
              <a:t>A warm cup. An open sky. Nothing to finish for a minute.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