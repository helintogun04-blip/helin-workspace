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6858000" cy="8572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8572500"/>
          </a:xfrm>
          <a:prstGeom prst="rect">
            <a:avLst/>
          </a:prstGeom>
          <a:solidFill>
            <a:srgbClr val="181E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1000" y="254000"/>
            <a:ext cx="62865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b="1" sz="1800">
                <a:solidFill>
                  <a:srgbClr val="E9CE73"/>
                </a:solidFill>
                <a:latin typeface="DejaVu Serif"/>
              </a:defRPr>
            </a:pPr>
            <a:r>
              <a:t>OFF HOURS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1000" y="723900"/>
            <a:ext cx="6286500" cy="1422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b="0" sz="700">
                <a:solidFill>
                  <a:srgbClr val="E9CE73"/>
                </a:solidFill>
                <a:latin typeface="DejaVu Sans"/>
              </a:defRPr>
            </a:pPr>
            <a:r>
              <a:t>OBJECTS FOR YOUR OFF HOURS</a:t>
            </a:r>
          </a:p>
        </p:txBody>
      </p:sp>
      <p:sp>
        <p:nvSpPr>
          <p:cNvPr id="5" name="Rectangle 4"/>
          <p:cNvSpPr/>
          <p:nvPr/>
        </p:nvSpPr>
        <p:spPr>
          <a:xfrm>
            <a:off x="381000" y="1009650"/>
            <a:ext cx="6096000" cy="6350"/>
          </a:xfrm>
          <a:prstGeom prst="rect">
            <a:avLst/>
          </a:prstGeom>
          <a:solidFill>
            <a:srgbClr val="E9CE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1000" y="8153400"/>
            <a:ext cx="6286500" cy="121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b="0" sz="600">
                <a:solidFill>
                  <a:srgbClr val="DCD8C9"/>
                </a:solidFill>
                <a:latin typeface="DejaVu Sans"/>
              </a:defRPr>
            </a:pPr>
            <a:r>
              <a:t>SAMPLE PROJECT / FICTIONAL BRAND / PRODUCT SPOTLIGHT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1000" y="8318500"/>
            <a:ext cx="6286500" cy="101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b="0" sz="500">
                <a:solidFill>
                  <a:srgbClr val="DCD8C9"/>
                </a:solidFill>
                <a:latin typeface="DejaVu Sans"/>
              </a:defRPr>
            </a:pPr>
            <a:r>
              <a:t>AI-assisted concept &amp; layout · Illustrated product · Not client work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1000" y="1447800"/>
            <a:ext cx="6286500" cy="7315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b="0" sz="3600">
                <a:solidFill>
                  <a:srgbClr val="E9CE73"/>
                </a:solidFill>
                <a:latin typeface="DejaVu Serif"/>
              </a:defRPr>
            </a:pPr>
            <a:r>
              <a:t>A little less rush.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1000" y="1905000"/>
            <a:ext cx="6286500" cy="7315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b="0" sz="3600">
                <a:solidFill>
                  <a:srgbClr val="E9CE73"/>
                </a:solidFill>
                <a:latin typeface="DejaVu Serif"/>
              </a:defRPr>
            </a:pPr>
            <a:r>
              <a:t>A little more ritual.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3111500"/>
            <a:ext cx="6858000" cy="3937000"/>
          </a:xfrm>
          <a:prstGeom prst="rect">
            <a:avLst/>
          </a:prstGeom>
          <a:solidFill>
            <a:srgbClr val="333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064000" y="3111500"/>
            <a:ext cx="2794000" cy="3937000"/>
          </a:xfrm>
          <a:prstGeom prst="rect">
            <a:avLst/>
          </a:prstGeom>
          <a:solidFill>
            <a:srgbClr val="252D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45000" y="3111500"/>
            <a:ext cx="101600" cy="3937000"/>
          </a:xfrm>
          <a:prstGeom prst="rect">
            <a:avLst/>
          </a:prstGeom>
          <a:solidFill>
            <a:srgbClr val="424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232660" y="6313170"/>
            <a:ext cx="2897505" cy="411480"/>
          </a:xfrm>
          <a:prstGeom prst="ellipse">
            <a:avLst/>
          </a:prstGeom>
          <a:solidFill>
            <a:srgbClr val="1117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438400" y="3552825"/>
            <a:ext cx="2486025" cy="3000375"/>
          </a:xfrm>
          <a:prstGeom prst="rect">
            <a:avLst/>
          </a:prstGeom>
          <a:solidFill>
            <a:srgbClr val="6974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438400" y="3364230"/>
            <a:ext cx="2486025" cy="377190"/>
          </a:xfrm>
          <a:prstGeom prst="ellipse">
            <a:avLst/>
          </a:prstGeom>
          <a:solidFill>
            <a:srgbClr val="8B93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541270" y="3432810"/>
            <a:ext cx="2280285" cy="205740"/>
          </a:xfrm>
          <a:prstGeom prst="ellipse">
            <a:avLst/>
          </a:prstGeom>
          <a:solidFill>
            <a:srgbClr val="CBC5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664267" y="3449954"/>
            <a:ext cx="34290" cy="137160"/>
          </a:xfrm>
          <a:prstGeom prst="rect">
            <a:avLst/>
          </a:prstGeom>
          <a:solidFill>
            <a:srgbClr val="181E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729865" y="4547235"/>
            <a:ext cx="1903095" cy="1405890"/>
          </a:xfrm>
          <a:prstGeom prst="rect">
            <a:avLst/>
          </a:prstGeom>
          <a:solidFill>
            <a:srgbClr val="E9CE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867025" y="4787265"/>
            <a:ext cx="3800475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b="1" sz="1350">
                <a:solidFill>
                  <a:srgbClr val="181E19"/>
                </a:solidFill>
                <a:latin typeface="DejaVu Serif"/>
              </a:defRPr>
            </a:pPr>
            <a:r>
              <a:t>OFF HOURS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67025" y="5198745"/>
            <a:ext cx="3800475" cy="2468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b="0" sz="1215">
                <a:solidFill>
                  <a:srgbClr val="181E19"/>
                </a:solidFill>
                <a:latin typeface="DejaVu Sans"/>
              </a:defRPr>
            </a:pPr>
            <a:r>
              <a:t>PARK / 01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67025" y="5613654"/>
            <a:ext cx="3800475" cy="13167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b="0" sz="648">
                <a:solidFill>
                  <a:srgbClr val="181E19"/>
                </a:solidFill>
                <a:latin typeface="DejaVu Sans"/>
              </a:defRPr>
            </a:pPr>
            <a:r>
              <a:t>SCENTED CANDLE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1000" y="7188200"/>
            <a:ext cx="6286500" cy="325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b="1" sz="1600">
                <a:solidFill>
                  <a:srgbClr val="E9CE73"/>
                </a:solidFill>
                <a:latin typeface="DejaVu Serif"/>
              </a:defRPr>
            </a:pPr>
            <a:r>
              <a:t>THE PARK CANDLE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1000" y="7569200"/>
            <a:ext cx="6286500" cy="203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b="0" sz="1000">
                <a:solidFill>
                  <a:srgbClr val="DCD8C9"/>
                </a:solidFill>
                <a:latin typeface="DejaVu Sans"/>
              </a:defRPr>
            </a:pPr>
            <a:r>
              <a:t>Make room for a quieter kind of evening.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8572500"/>
          </a:xfrm>
          <a:prstGeom prst="rect">
            <a:avLst/>
          </a:prstGeom>
          <a:solidFill>
            <a:srgbClr val="181E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1000" y="254000"/>
            <a:ext cx="62865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b="1" sz="1800">
                <a:solidFill>
                  <a:srgbClr val="E9CE73"/>
                </a:solidFill>
                <a:latin typeface="DejaVu Serif"/>
              </a:defRPr>
            </a:pPr>
            <a:r>
              <a:t>OFF HOURS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1000" y="723900"/>
            <a:ext cx="6286500" cy="1422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b="0" sz="700">
                <a:solidFill>
                  <a:srgbClr val="E9CE73"/>
                </a:solidFill>
                <a:latin typeface="DejaVu Sans"/>
              </a:defRPr>
            </a:pPr>
            <a:r>
              <a:t>OBJECTS FOR YOUR OFF HOURS</a:t>
            </a:r>
          </a:p>
        </p:txBody>
      </p:sp>
      <p:sp>
        <p:nvSpPr>
          <p:cNvPr id="5" name="Rectangle 4"/>
          <p:cNvSpPr/>
          <p:nvPr/>
        </p:nvSpPr>
        <p:spPr>
          <a:xfrm>
            <a:off x="381000" y="1009650"/>
            <a:ext cx="6096000" cy="6350"/>
          </a:xfrm>
          <a:prstGeom prst="rect">
            <a:avLst/>
          </a:prstGeom>
          <a:solidFill>
            <a:srgbClr val="E9CE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1000" y="8153400"/>
            <a:ext cx="6286500" cy="121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b="0" sz="600">
                <a:solidFill>
                  <a:srgbClr val="DCD8C9"/>
                </a:solidFill>
                <a:latin typeface="DejaVu Sans"/>
              </a:defRPr>
            </a:pPr>
            <a:r>
              <a:t>SAMPLE PROJECT / FICTIONAL BRAND / PRODUCT DETAILS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1000" y="8318500"/>
            <a:ext cx="6286500" cy="101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b="0" sz="500">
                <a:solidFill>
                  <a:srgbClr val="DCD8C9"/>
                </a:solidFill>
                <a:latin typeface="DejaVu Sans"/>
              </a:defRPr>
            </a:pPr>
            <a:r>
              <a:t>AI-assisted concept &amp; layout · Illustrated product · Not client work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1000" y="1346200"/>
            <a:ext cx="6286500" cy="873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b="0" sz="4300">
                <a:solidFill>
                  <a:srgbClr val="E9CE73"/>
                </a:solidFill>
                <a:latin typeface="DejaVu Serif"/>
              </a:defRPr>
            </a:pPr>
            <a:r>
              <a:t>Meet your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1000" y="1930400"/>
            <a:ext cx="6286500" cy="873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b="0" sz="4300">
                <a:solidFill>
                  <a:srgbClr val="E9CE73"/>
                </a:solidFill>
                <a:latin typeface="DejaVu Serif"/>
              </a:defRPr>
            </a:pPr>
            <a:r>
              <a:t>after-hours ritual.</a:t>
            </a:r>
          </a:p>
        </p:txBody>
      </p:sp>
      <p:sp>
        <p:nvSpPr>
          <p:cNvPr id="10" name="Oval 9"/>
          <p:cNvSpPr/>
          <p:nvPr/>
        </p:nvSpPr>
        <p:spPr>
          <a:xfrm>
            <a:off x="362712" y="5528564"/>
            <a:ext cx="2403856" cy="341376"/>
          </a:xfrm>
          <a:prstGeom prst="ellipse">
            <a:avLst/>
          </a:prstGeom>
          <a:solidFill>
            <a:srgbClr val="1117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33400" y="3238499"/>
            <a:ext cx="2062480" cy="2489200"/>
          </a:xfrm>
          <a:prstGeom prst="rect">
            <a:avLst/>
          </a:prstGeom>
          <a:solidFill>
            <a:srgbClr val="6974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33400" y="3082036"/>
            <a:ext cx="2062480" cy="312928"/>
          </a:xfrm>
          <a:prstGeom prst="ellipse">
            <a:avLst/>
          </a:prstGeom>
          <a:solidFill>
            <a:srgbClr val="8B93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18744" y="3138932"/>
            <a:ext cx="1891792" cy="170688"/>
          </a:xfrm>
          <a:prstGeom prst="ellipse">
            <a:avLst/>
          </a:prstGeom>
          <a:solidFill>
            <a:srgbClr val="CBC5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550416" y="3153156"/>
            <a:ext cx="28448" cy="113792"/>
          </a:xfrm>
          <a:prstGeom prst="rect">
            <a:avLst/>
          </a:prstGeom>
          <a:solidFill>
            <a:srgbClr val="181E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5208" y="4063492"/>
            <a:ext cx="1578864" cy="1166368"/>
          </a:xfrm>
          <a:prstGeom prst="rect">
            <a:avLst/>
          </a:prstGeom>
          <a:solidFill>
            <a:srgbClr val="E9CE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9000" y="4262628"/>
            <a:ext cx="5778500" cy="2275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b="1" sz="1120">
                <a:solidFill>
                  <a:srgbClr val="181E19"/>
                </a:solidFill>
                <a:latin typeface="DejaVu Serif"/>
              </a:defRPr>
            </a:pPr>
            <a:r>
              <a:t>OFF HOURS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9000" y="4604004"/>
            <a:ext cx="5778500" cy="204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b="0" sz="1008">
                <a:solidFill>
                  <a:srgbClr val="181E19"/>
                </a:solidFill>
                <a:latin typeface="DejaVu Sans"/>
              </a:defRPr>
            </a:pPr>
            <a:r>
              <a:t>PARK / 01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9000" y="4948224"/>
            <a:ext cx="5778500" cy="1092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b="0" sz="537">
                <a:solidFill>
                  <a:srgbClr val="181E19"/>
                </a:solidFill>
                <a:latin typeface="DejaVu Sans"/>
              </a:defRPr>
            </a:pPr>
            <a:r>
              <a:t>SCENTED CANDLE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56000" y="3517900"/>
            <a:ext cx="31115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b="0" sz="900">
                <a:solidFill>
                  <a:srgbClr val="E9CE73"/>
                </a:solidFill>
                <a:latin typeface="DejaVu Sans"/>
              </a:defRPr>
            </a:pPr>
            <a:r>
              <a:t>01 / THE OBJECT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56000" y="3784600"/>
            <a:ext cx="3111500" cy="243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b="0" sz="1200">
                <a:solidFill>
                  <a:srgbClr val="DCD8C9"/>
                </a:solidFill>
                <a:latin typeface="DejaVu Serif"/>
              </a:defRPr>
            </a:pPr>
            <a:r>
              <a:t>Olive-toned vessel.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56000" y="4146550"/>
            <a:ext cx="2857500" cy="6350"/>
          </a:xfrm>
          <a:prstGeom prst="rect">
            <a:avLst/>
          </a:prstGeom>
          <a:solidFill>
            <a:srgbClr val="6974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556000" y="4368800"/>
            <a:ext cx="31115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b="0" sz="900">
                <a:solidFill>
                  <a:srgbClr val="E9CE73"/>
                </a:solidFill>
                <a:latin typeface="DejaVu Sans"/>
              </a:defRPr>
            </a:pPr>
            <a:r>
              <a:t>02 / THE DETAIL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56000" y="4635500"/>
            <a:ext cx="3111500" cy="243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b="0" sz="1200">
                <a:solidFill>
                  <a:srgbClr val="DCD8C9"/>
                </a:solidFill>
                <a:latin typeface="DejaVu Serif"/>
              </a:defRPr>
            </a:pPr>
            <a:r>
              <a:t>A warm paper label.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556000" y="5010150"/>
            <a:ext cx="2857500" cy="6350"/>
          </a:xfrm>
          <a:prstGeom prst="rect">
            <a:avLst/>
          </a:prstGeom>
          <a:solidFill>
            <a:srgbClr val="6974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556000" y="5232400"/>
            <a:ext cx="31115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b="0" sz="900">
                <a:solidFill>
                  <a:srgbClr val="E9CE73"/>
                </a:solidFill>
                <a:latin typeface="DejaVu Sans"/>
              </a:defRPr>
            </a:pPr>
            <a:r>
              <a:t>03 / THE MOOD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56000" y="5499100"/>
            <a:ext cx="3111500" cy="243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b="0" sz="1200">
                <a:solidFill>
                  <a:srgbClr val="DCD8C9"/>
                </a:solidFill>
                <a:latin typeface="DejaVu Serif"/>
              </a:defRPr>
            </a:pPr>
            <a:r>
              <a:t>Your evening, slowed.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81000" y="6661150"/>
            <a:ext cx="6096000" cy="6350"/>
          </a:xfrm>
          <a:prstGeom prst="rect">
            <a:avLst/>
          </a:prstGeom>
          <a:solidFill>
            <a:srgbClr val="E9CE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81000" y="6997700"/>
            <a:ext cx="6286500" cy="325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b="1" sz="1600">
                <a:solidFill>
                  <a:srgbClr val="E9CE73"/>
                </a:solidFill>
                <a:latin typeface="DejaVu Serif"/>
              </a:defRPr>
            </a:pPr>
            <a:r>
              <a:t>SMALL OBJECT. GOOD COMPANY.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81000" y="7467600"/>
            <a:ext cx="62865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b="0" sz="900">
                <a:solidFill>
                  <a:srgbClr val="DCD8C9"/>
                </a:solidFill>
                <a:latin typeface="DejaVu Sans"/>
              </a:defRPr>
            </a:pPr>
            <a:r>
              <a:t>For the shelf, the side table, the moment in between.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8572500"/>
          </a:xfrm>
          <a:prstGeom prst="rect">
            <a:avLst/>
          </a:prstGeom>
          <a:solidFill>
            <a:srgbClr val="181E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1000" y="254000"/>
            <a:ext cx="62865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b="1" sz="1800">
                <a:solidFill>
                  <a:srgbClr val="E9CE73"/>
                </a:solidFill>
                <a:latin typeface="DejaVu Serif"/>
              </a:defRPr>
            </a:pPr>
            <a:r>
              <a:t>OFF HOURS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1000" y="723900"/>
            <a:ext cx="6286500" cy="1422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b="0" sz="700">
                <a:solidFill>
                  <a:srgbClr val="E9CE73"/>
                </a:solidFill>
                <a:latin typeface="DejaVu Sans"/>
              </a:defRPr>
            </a:pPr>
            <a:r>
              <a:t>OBJECTS FOR YOUR OFF HOURS</a:t>
            </a:r>
          </a:p>
        </p:txBody>
      </p:sp>
      <p:sp>
        <p:nvSpPr>
          <p:cNvPr id="5" name="Rectangle 4"/>
          <p:cNvSpPr/>
          <p:nvPr/>
        </p:nvSpPr>
        <p:spPr>
          <a:xfrm>
            <a:off x="381000" y="1009650"/>
            <a:ext cx="6096000" cy="6350"/>
          </a:xfrm>
          <a:prstGeom prst="rect">
            <a:avLst/>
          </a:prstGeom>
          <a:solidFill>
            <a:srgbClr val="E9CE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1000" y="8153400"/>
            <a:ext cx="6286500" cy="121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b="0" sz="600">
                <a:solidFill>
                  <a:srgbClr val="DCD8C9"/>
                </a:solidFill>
                <a:latin typeface="DejaVu Sans"/>
              </a:defRPr>
            </a:pPr>
            <a:r>
              <a:t>SAMPLE PROJECT / FICTIONAL BRAND / COLLECTION ANNOUNCEMENT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1000" y="8318500"/>
            <a:ext cx="6286500" cy="101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b="0" sz="500">
                <a:solidFill>
                  <a:srgbClr val="DCD8C9"/>
                </a:solidFill>
                <a:latin typeface="DejaVu Sans"/>
              </a:defRPr>
            </a:pPr>
            <a:r>
              <a:t>AI-assisted concept &amp; layout · Illustrated product · Not client work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1000" y="990600"/>
            <a:ext cx="6286500" cy="13614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b="0" sz="6700">
                <a:solidFill>
                  <a:srgbClr val="E9CE73"/>
                </a:solidFill>
                <a:latin typeface="DejaVu Serif"/>
              </a:defRPr>
            </a:pPr>
            <a:r>
              <a:t>Stay in.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1000" y="1841500"/>
            <a:ext cx="6286500" cy="13614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b="0" sz="6700">
                <a:solidFill>
                  <a:srgbClr val="E9CE73"/>
                </a:solidFill>
                <a:latin typeface="DejaVu Serif"/>
              </a:defRPr>
            </a:pPr>
            <a:r>
              <a:t>Switch off.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6400" y="3048000"/>
            <a:ext cx="6261100" cy="203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b="0" sz="1000">
                <a:solidFill>
                  <a:srgbClr val="E9CE73"/>
                </a:solidFill>
                <a:latin typeface="DejaVu Sans"/>
              </a:defRPr>
            </a:pPr>
            <a:r>
              <a:t>THE AFTER HOURS COLLECTION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3619500"/>
            <a:ext cx="6858000" cy="3556000"/>
          </a:xfrm>
          <a:prstGeom prst="rect">
            <a:avLst/>
          </a:prstGeom>
          <a:solidFill>
            <a:srgbClr val="333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23392" y="6554724"/>
            <a:ext cx="1974596" cy="280416"/>
          </a:xfrm>
          <a:prstGeom prst="ellipse">
            <a:avLst/>
          </a:prstGeom>
          <a:solidFill>
            <a:srgbClr val="1117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63600" y="4673600"/>
            <a:ext cx="1694180" cy="2044700"/>
          </a:xfrm>
          <a:prstGeom prst="rect">
            <a:avLst/>
          </a:prstGeom>
          <a:solidFill>
            <a:srgbClr val="6D77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63600" y="4545076"/>
            <a:ext cx="1694180" cy="257048"/>
          </a:xfrm>
          <a:prstGeom prst="ellipse">
            <a:avLst/>
          </a:prstGeom>
          <a:solidFill>
            <a:srgbClr val="8B93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33704" y="4591812"/>
            <a:ext cx="1553972" cy="140208"/>
          </a:xfrm>
          <a:prstGeom prst="ellipse">
            <a:avLst/>
          </a:prstGeom>
          <a:solidFill>
            <a:srgbClr val="CBC5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699006" y="4603495"/>
            <a:ext cx="23368" cy="93472"/>
          </a:xfrm>
          <a:prstGeom prst="rect">
            <a:avLst/>
          </a:prstGeom>
          <a:solidFill>
            <a:srgbClr val="181E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062228" y="5351272"/>
            <a:ext cx="1296924" cy="958088"/>
          </a:xfrm>
          <a:prstGeom prst="rect">
            <a:avLst/>
          </a:prstGeom>
          <a:solidFill>
            <a:srgbClr val="E9CE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55700" y="5514848"/>
            <a:ext cx="5511800" cy="1869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b="1" sz="920">
                <a:solidFill>
                  <a:srgbClr val="181E19"/>
                </a:solidFill>
                <a:latin typeface="DejaVu Serif"/>
              </a:defRPr>
            </a:pPr>
            <a:r>
              <a:t>OFF HOURS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55700" y="5795264"/>
            <a:ext cx="5511800" cy="1682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b="0" sz="828">
                <a:solidFill>
                  <a:srgbClr val="181E19"/>
                </a:solidFill>
                <a:latin typeface="DejaVu Sans"/>
              </a:defRPr>
            </a:pPr>
            <a:r>
              <a:t>PARK / 01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55700" y="6078016"/>
            <a:ext cx="5511800" cy="897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b="0" sz="441">
                <a:solidFill>
                  <a:srgbClr val="181E19"/>
                </a:solidFill>
                <a:latin typeface="DejaVu Sans"/>
              </a:defRPr>
            </a:pPr>
            <a:r>
              <a:t>SCENTED CANDLE</a:t>
            </a:r>
          </a:p>
        </p:txBody>
      </p:sp>
      <p:sp>
        <p:nvSpPr>
          <p:cNvPr id="21" name="Oval 20"/>
          <p:cNvSpPr/>
          <p:nvPr/>
        </p:nvSpPr>
        <p:spPr>
          <a:xfrm>
            <a:off x="2659380" y="6379210"/>
            <a:ext cx="2253615" cy="320040"/>
          </a:xfrm>
          <a:prstGeom prst="ellipse">
            <a:avLst/>
          </a:prstGeom>
          <a:solidFill>
            <a:srgbClr val="1117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819400" y="4232275"/>
            <a:ext cx="1933575" cy="2333625"/>
          </a:xfrm>
          <a:prstGeom prst="rect">
            <a:avLst/>
          </a:prstGeom>
          <a:solidFill>
            <a:srgbClr val="46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2819400" y="4085590"/>
            <a:ext cx="1933575" cy="293370"/>
          </a:xfrm>
          <a:prstGeom prst="ellipse">
            <a:avLst/>
          </a:prstGeom>
          <a:solidFill>
            <a:srgbClr val="8B93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2899410" y="4138929"/>
            <a:ext cx="1773555" cy="160020"/>
          </a:xfrm>
          <a:prstGeom prst="ellipse">
            <a:avLst/>
          </a:prstGeom>
          <a:solidFill>
            <a:srgbClr val="CBC5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772852" y="4152265"/>
            <a:ext cx="26670" cy="106680"/>
          </a:xfrm>
          <a:prstGeom prst="rect">
            <a:avLst/>
          </a:prstGeom>
          <a:solidFill>
            <a:srgbClr val="181E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046095" y="5005705"/>
            <a:ext cx="1480185" cy="1093470"/>
          </a:xfrm>
          <a:prstGeom prst="rect">
            <a:avLst/>
          </a:prstGeom>
          <a:solidFill>
            <a:srgbClr val="E9CE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152775" y="5192395"/>
            <a:ext cx="3514725" cy="2133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b="1" sz="1050">
                <a:solidFill>
                  <a:srgbClr val="181E19"/>
                </a:solidFill>
                <a:latin typeface="DejaVu Serif"/>
              </a:defRPr>
            </a:pPr>
            <a:r>
              <a:t>OFF HOURS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152775" y="5512435"/>
            <a:ext cx="3514725" cy="1920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b="0" sz="945">
                <a:solidFill>
                  <a:srgbClr val="181E19"/>
                </a:solidFill>
                <a:latin typeface="DejaVu Sans"/>
              </a:defRPr>
            </a:pPr>
            <a:r>
              <a:t>PARK / 01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152775" y="5835142"/>
            <a:ext cx="3514725" cy="1024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b="0" sz="504">
                <a:solidFill>
                  <a:srgbClr val="181E19"/>
                </a:solidFill>
                <a:latin typeface="DejaVu Sans"/>
              </a:defRPr>
            </a:pPr>
            <a:r>
              <a:t>SCENTED CANDLE</a:t>
            </a:r>
          </a:p>
        </p:txBody>
      </p:sp>
      <p:sp>
        <p:nvSpPr>
          <p:cNvPr id="30" name="Oval 29"/>
          <p:cNvSpPr/>
          <p:nvPr/>
        </p:nvSpPr>
        <p:spPr>
          <a:xfrm>
            <a:off x="4906772" y="6653784"/>
            <a:ext cx="1545336" cy="219456"/>
          </a:xfrm>
          <a:prstGeom prst="ellipse">
            <a:avLst/>
          </a:prstGeom>
          <a:solidFill>
            <a:srgbClr val="1117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016500" y="5181600"/>
            <a:ext cx="1325880" cy="1600200"/>
          </a:xfrm>
          <a:prstGeom prst="rect">
            <a:avLst/>
          </a:prstGeom>
          <a:solidFill>
            <a:srgbClr val="8582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5016500" y="5081016"/>
            <a:ext cx="1325880" cy="201168"/>
          </a:xfrm>
          <a:prstGeom prst="ellipse">
            <a:avLst/>
          </a:prstGeom>
          <a:solidFill>
            <a:srgbClr val="8B93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5071364" y="5117592"/>
            <a:ext cx="1216152" cy="109728"/>
          </a:xfrm>
          <a:prstGeom prst="ellipse">
            <a:avLst/>
          </a:prstGeom>
          <a:solidFill>
            <a:srgbClr val="CBC5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670295" y="5126736"/>
            <a:ext cx="18288" cy="73152"/>
          </a:xfrm>
          <a:prstGeom prst="rect">
            <a:avLst/>
          </a:prstGeom>
          <a:solidFill>
            <a:srgbClr val="181E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81000" y="7429500"/>
            <a:ext cx="6286500" cy="243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b="1" sz="1200">
                <a:solidFill>
                  <a:srgbClr val="E9CE73"/>
                </a:solidFill>
                <a:latin typeface="DejaVu Serif"/>
              </a:defRPr>
            </a:pPr>
            <a:r>
              <a:t>NEW OBJECTS. SAME SLOW PACE.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81000" y="7797800"/>
            <a:ext cx="6286500" cy="1625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b="0" sz="800">
                <a:solidFill>
                  <a:srgbClr val="E9CE73"/>
                </a:solidFill>
                <a:latin typeface="DejaVu Sans"/>
              </a:defRPr>
            </a:pPr>
            <a:r>
              <a:t>EXPLORE THE COLLECTION  /  OFF HOURS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